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  <p:sldId id="261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31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62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4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24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05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7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0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13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31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56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91C71-6DB5-4674-AF2A-65CB00B71C9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C301-F338-45DD-8CF4-9BC96DC3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2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Approaches to Web Application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07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Programmatic approaches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231306"/>
            <a:ext cx="1051560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programmatic approaches, the source associated with the page object consists predominantly of code written in a scripting language (such as Perl, Python, or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Tcl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or in a high-level programming language like Java.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code may be interspersed with formatting constructs.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Such approaches are naturally oriented toward programmers.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bulk of the page source implements application logic, while page formatting (e.g., HTML) is commonly produced using output statements written in the associated programming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Approaches that fit into this category include CGI scripts and servlets.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65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199" y="1769915"/>
            <a:ext cx="10542563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Code-Centric Approach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bulk of the page source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focused on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logic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formatting embedded within the code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This makes the approach more suited for programmers than designers.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Separation of Concerns Issue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is mixed with logic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it becomes difficult for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designers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directly modify page layouts without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programmer intervention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Design Flexibility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designer can create 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mockup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programmer must translate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into functional code, which slows down the design process and reduces creative freedom.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Maintenance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Any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modification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 or logic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requires changes in the script, making maintenance cumbersome. </a:t>
            </a:r>
          </a:p>
        </p:txBody>
      </p:sp>
    </p:spTree>
    <p:extLst>
      <p:ext uri="{BB962C8B-B14F-4D97-AF65-F5344CB8AC3E}">
        <p14:creationId xmlns:p14="http://schemas.microsoft.com/office/powerpoint/2010/main" val="270303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Approaches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199" y="2329289"/>
            <a:ext cx="1077604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 Approach Overview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 object (template)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primarily consists of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formatting structures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embedded constructs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add some programmatic power.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formatting, not programming logic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more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designer-friendly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Characteristics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Page-Centric Approach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Emphasizes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structure and formatting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Templates mostly consist of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embedded constructs for: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Conditional processing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(if-else logic).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 result presentation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(loops).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 substitution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(dynamic content injection).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88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Advantages</a:t>
            </a:r>
            <a:endParaRPr lang="en-US" dirty="0" smtClean="0"/>
          </a:p>
          <a:p>
            <a:pPr lvl="1"/>
            <a:r>
              <a:rPr lang="en-US" dirty="0" smtClean="0"/>
              <a:t>More </a:t>
            </a:r>
            <a:r>
              <a:rPr lang="en-US" b="1" dirty="0" smtClean="0"/>
              <a:t>accessible to web designers</a:t>
            </a:r>
            <a:r>
              <a:rPr lang="en-US" dirty="0" smtClean="0"/>
              <a:t>, as their expertise is in </a:t>
            </a:r>
            <a:r>
              <a:rPr lang="en-US" b="1" dirty="0" smtClean="0"/>
              <a:t>layout and design</a:t>
            </a:r>
            <a:r>
              <a:rPr lang="en-US" dirty="0" smtClean="0"/>
              <a:t> rather than coding.</a:t>
            </a:r>
          </a:p>
          <a:p>
            <a:pPr lvl="1"/>
            <a:r>
              <a:rPr lang="en-US" dirty="0" smtClean="0"/>
              <a:t>Easier to maintain compared to programmatic approaches, as formatting and logic are </a:t>
            </a:r>
            <a:r>
              <a:rPr lang="en-US" b="1" dirty="0" smtClean="0"/>
              <a:t>more separated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Examples of Template Approaches</a:t>
            </a:r>
            <a:endParaRPr lang="en-US" dirty="0" smtClean="0"/>
          </a:p>
          <a:p>
            <a:pPr lvl="1"/>
            <a:r>
              <a:rPr lang="en-US" b="1" dirty="0" smtClean="0"/>
              <a:t>Server-Side Includes (SSI)</a:t>
            </a:r>
            <a:r>
              <a:rPr lang="en-US" dirty="0" smtClean="0"/>
              <a:t> – An early method for adding basic template functionality.</a:t>
            </a:r>
          </a:p>
          <a:p>
            <a:pPr lvl="1"/>
            <a:r>
              <a:rPr lang="en-US" b="1" dirty="0" smtClean="0"/>
              <a:t>Adobe ColdFusion</a:t>
            </a:r>
            <a:r>
              <a:rPr lang="en-US" dirty="0" smtClean="0"/>
              <a:t> – A high-level template-based web development framework.</a:t>
            </a:r>
          </a:p>
          <a:p>
            <a:pPr lvl="1"/>
            <a:r>
              <a:rPr lang="en-US" b="1" dirty="0" smtClean="0"/>
              <a:t>Apache Velocity</a:t>
            </a:r>
            <a:r>
              <a:rPr lang="en-US" dirty="0" smtClean="0"/>
              <a:t> – A Java-based template engine used for separating content from logic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Uizard</a:t>
            </a:r>
            <a:r>
              <a:rPr lang="en-US" dirty="0" smtClean="0"/>
              <a:t>, </a:t>
            </a:r>
            <a:r>
              <a:rPr lang="en-US" dirty="0" err="1" smtClean="0"/>
              <a:t>Envato</a:t>
            </a:r>
            <a:r>
              <a:rPr lang="en-US" dirty="0" smtClean="0"/>
              <a:t>, </a:t>
            </a:r>
            <a:r>
              <a:rPr lang="en-US" dirty="0" err="1" smtClean="0"/>
              <a:t>themeforest</a:t>
            </a:r>
            <a:r>
              <a:rPr lang="en-US" dirty="0" smtClean="0"/>
              <a:t>, etc…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77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69969"/>
            <a:ext cx="10489442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Debate on Template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argue that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programmatic constructs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templates blur the line between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 and programmatic approaches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claim that adding logic to templates effectively turns them into 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powerful programming language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similar to CGI scripting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of Power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Programmatic approaches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more powerful in terms of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coding capabilities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comparing solely based on programming power is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flawed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because: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Programmers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the skills to use complex programming languages.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designers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typically do not have the same level of coding expertise.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15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199" y="1798951"/>
            <a:ext cx="10516737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 of Template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to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empower web designers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providing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presentation control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requiring deep programming knowledge.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complex programming constructs defeats this purpose by making designers dependent on programmers.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 of a Page-Centric Approach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 set of logic constructs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designers to create layouts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independently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the need for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programmer intervention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development more 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47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Hybrid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Hybrid Approaches Overview</a:t>
            </a:r>
          </a:p>
          <a:p>
            <a:pPr lvl="1"/>
            <a:r>
              <a:rPr lang="en-US" dirty="0" smtClean="0"/>
              <a:t>Combine formatting constructs with code in source objects.</a:t>
            </a:r>
          </a:p>
          <a:p>
            <a:pPr lvl="1"/>
            <a:r>
              <a:rPr lang="en-US" dirty="0" smtClean="0"/>
              <a:t>Offer more programmatic power than template approaches by allowing embedded script blocks.</a:t>
            </a:r>
          </a:p>
          <a:p>
            <a:pPr lvl="1"/>
            <a:r>
              <a:rPr lang="en-US" dirty="0" smtClean="0"/>
              <a:t>Aim to merge the benefits of both template and programmatic approaches.</a:t>
            </a:r>
          </a:p>
          <a:p>
            <a:r>
              <a:rPr lang="en-US" dirty="0" smtClean="0"/>
              <a:t>Examples of Hybrid Approaches</a:t>
            </a:r>
          </a:p>
          <a:p>
            <a:pPr lvl="1"/>
            <a:r>
              <a:rPr lang="en-US" dirty="0" smtClean="0"/>
              <a:t>PHP – A widely used server-side scripting language.</a:t>
            </a:r>
          </a:p>
          <a:p>
            <a:pPr lvl="1"/>
            <a:r>
              <a:rPr lang="en-US" dirty="0" smtClean="0"/>
              <a:t>Microsoft’s Active Server Pages (ASP) – A framework for dynamic web pages.</a:t>
            </a:r>
          </a:p>
          <a:p>
            <a:pPr lvl="1"/>
            <a:r>
              <a:rPr lang="en-US" dirty="0" smtClean="0"/>
              <a:t>Sun’s Java Server Pages (JSP) – A Java-based </a:t>
            </a:r>
            <a:r>
              <a:rPr lang="en-US" dirty="0" err="1" smtClean="0"/>
              <a:t>templating</a:t>
            </a:r>
            <a:r>
              <a:rPr lang="en-US" dirty="0" smtClean="0"/>
              <a:t> technology.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4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Processing and Performance</a:t>
            </a:r>
          </a:p>
          <a:p>
            <a:pPr lvl="1"/>
            <a:r>
              <a:rPr lang="en-US" dirty="0" smtClean="0"/>
              <a:t>Hybrid approaches translate source objects into code before execution.</a:t>
            </a:r>
          </a:p>
          <a:p>
            <a:pPr lvl="1"/>
            <a:r>
              <a:rPr lang="en-US" dirty="0" smtClean="0"/>
              <a:t>Advanced implementations use pre-compilation to improve performance.</a:t>
            </a:r>
          </a:p>
          <a:p>
            <a:pPr lvl="1"/>
            <a:r>
              <a:rPr lang="en-US" dirty="0" smtClean="0"/>
              <a:t>Pre-compilation prevents translation and compilation from occurring on every page request, reducing load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4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199" y="1415971"/>
            <a:ext cx="10653215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of Hybrid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1.Mixing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 blocks with page formatting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violates the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separation of content and presentation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principle.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2.Creates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over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"owns" the source object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—designers or developers.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400" b="1" dirty="0" smtClean="0">
                <a:latin typeface="Arial" panose="020B0604020202020204" pitchFamily="34" charset="0"/>
              </a:rPr>
              <a:t>3.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claim that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designers can easily adapt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working around embedded code is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supported by experience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issues when designers and developers share the same source files: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changes breaking HTML formatting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modifications unintentionally introducing bugs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8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Need for Separation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b="1" dirty="0" smtClean="0"/>
              <a:t>mechanism for separating application logic from presentation</a:t>
            </a:r>
            <a:r>
              <a:rPr lang="en-US" dirty="0" smtClean="0"/>
              <a:t> would improve the hybrid approach.</a:t>
            </a:r>
          </a:p>
          <a:p>
            <a:pPr lvl="1"/>
            <a:r>
              <a:rPr lang="en-US" dirty="0" smtClean="0"/>
              <a:t>Keeping </a:t>
            </a:r>
            <a:r>
              <a:rPr lang="en-US" b="1" dirty="0" smtClean="0"/>
              <a:t>application logic and templates separate</a:t>
            </a:r>
            <a:r>
              <a:rPr lang="en-US" dirty="0" smtClean="0"/>
              <a:t> helps:</a:t>
            </a:r>
          </a:p>
          <a:p>
            <a:pPr lvl="2"/>
            <a:r>
              <a:rPr lang="en-US" b="1" dirty="0" smtClean="0"/>
              <a:t>Reduce conflicts</a:t>
            </a:r>
            <a:r>
              <a:rPr lang="en-US" dirty="0" smtClean="0"/>
              <a:t> between designers and developers.</a:t>
            </a:r>
          </a:p>
          <a:p>
            <a:pPr lvl="2"/>
            <a:r>
              <a:rPr lang="en-US" b="1" dirty="0" smtClean="0"/>
              <a:t>Improve productivity</a:t>
            </a:r>
            <a:r>
              <a:rPr lang="en-US" dirty="0" smtClean="0"/>
              <a:t> by minimizing errors and collisions.</a:t>
            </a:r>
          </a:p>
          <a:p>
            <a:r>
              <a:rPr lang="en-US" b="1" dirty="0" smtClean="0"/>
              <a:t>The Role of Frameworks</a:t>
            </a:r>
            <a:endParaRPr lang="en-US" dirty="0" smtClean="0"/>
          </a:p>
          <a:p>
            <a:pPr lvl="1"/>
            <a:r>
              <a:rPr lang="en-US" dirty="0" smtClean="0"/>
              <a:t>True frameworks are designed to </a:t>
            </a:r>
            <a:r>
              <a:rPr lang="en-US" b="1" dirty="0" smtClean="0"/>
              <a:t>separate content and logic</a:t>
            </a:r>
            <a:r>
              <a:rPr lang="en-US" dirty="0" smtClean="0"/>
              <a:t>, making hybrid approaches more viable.</a:t>
            </a:r>
          </a:p>
          <a:p>
            <a:pPr lvl="1"/>
            <a:r>
              <a:rPr lang="en-US" dirty="0" smtClean="0"/>
              <a:t>Examples: </a:t>
            </a:r>
            <a:r>
              <a:rPr lang="en-US" b="1" dirty="0" smtClean="0"/>
              <a:t>Model-View-Controller (MVC) frameworks</a:t>
            </a:r>
            <a:r>
              <a:rPr lang="en-US" dirty="0" smtClean="0"/>
              <a:t> that enforce this separation (e.g., </a:t>
            </a:r>
            <a:r>
              <a:rPr lang="en-US" b="1" dirty="0" err="1" smtClean="0"/>
              <a:t>Django</a:t>
            </a:r>
            <a:r>
              <a:rPr lang="en-US" b="1" smtClean="0"/>
              <a:t>, Ruby on Rails, ASP.NET MVC</a:t>
            </a:r>
            <a:r>
              <a:rPr lang="en-US" smtClean="0"/>
              <a:t>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6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831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Chapter 3</vt:lpstr>
      <vt:lpstr>3.1 Programmatic approaches</vt:lpstr>
      <vt:lpstr>PowerPoint Presentation</vt:lpstr>
      <vt:lpstr>Template Approaches</vt:lpstr>
      <vt:lpstr>PowerPoint Presentation</vt:lpstr>
      <vt:lpstr>PowerPoint Presentation</vt:lpstr>
      <vt:lpstr>PowerPoint Presentation</vt:lpstr>
      <vt:lpstr>3.3 Hybrid approaches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creator>Rushikesh</dc:creator>
  <cp:lastModifiedBy>Rushikesh</cp:lastModifiedBy>
  <cp:revision>21</cp:revision>
  <dcterms:created xsi:type="dcterms:W3CDTF">2025-02-18T19:13:05Z</dcterms:created>
  <dcterms:modified xsi:type="dcterms:W3CDTF">2025-02-21T10:42:19Z</dcterms:modified>
</cp:coreProperties>
</file>