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Malware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46639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Malware (Malicious Software) refers to any program or file designed to harm, exploit, or gain unauthorized access to systems.</a:t>
            </a:r>
          </a:p>
          <a:p>
            <a:endParaRPr dirty="0"/>
          </a:p>
          <a:p>
            <a:r>
              <a:rPr dirty="0"/>
              <a:t>It is developed with malicious intent such as stealing data, spying, disrupting operations, or damaging systems.</a:t>
            </a:r>
          </a:p>
          <a:p>
            <a:endParaRPr dirty="0"/>
          </a:p>
          <a:p>
            <a:r>
              <a:rPr dirty="0"/>
              <a:t>Malware targets individuals, organizations, and governments.</a:t>
            </a:r>
          </a:p>
          <a:p>
            <a:endParaRPr dirty="0"/>
          </a:p>
          <a:p>
            <a:r>
              <a:rPr dirty="0"/>
              <a:t>Common goals: data theft, financial gain, surveillance, system control.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62947"/>
          </a:xfrm>
        </p:spPr>
        <p:txBody>
          <a:bodyPr>
            <a:normAutofit fontScale="62500" lnSpcReduction="20000"/>
          </a:bodyPr>
          <a:lstStyle/>
          <a:p>
            <a:r>
              <a:rPr dirty="0"/>
              <a:t>Virus – Attaches to legitimate files and spreads when executed.</a:t>
            </a:r>
          </a:p>
          <a:p>
            <a:endParaRPr dirty="0"/>
          </a:p>
          <a:p>
            <a:r>
              <a:rPr dirty="0"/>
              <a:t>Worm – Self-replicates without user interaction.</a:t>
            </a:r>
          </a:p>
          <a:p>
            <a:endParaRPr dirty="0"/>
          </a:p>
          <a:p>
            <a:r>
              <a:rPr dirty="0"/>
              <a:t>Trojan – Disguised as legitimate software.</a:t>
            </a:r>
          </a:p>
          <a:p>
            <a:endParaRPr dirty="0"/>
          </a:p>
          <a:p>
            <a:r>
              <a:rPr dirty="0"/>
              <a:t>Ransomware – Encrypts data and demands ransom.</a:t>
            </a:r>
          </a:p>
          <a:p>
            <a:endParaRPr dirty="0"/>
          </a:p>
          <a:p>
            <a:r>
              <a:rPr dirty="0"/>
              <a:t>Spyware – Monitors user activity.</a:t>
            </a:r>
          </a:p>
          <a:p>
            <a:endParaRPr dirty="0"/>
          </a:p>
          <a:p>
            <a:r>
              <a:rPr dirty="0"/>
              <a:t>Adware – Displays unwanted advertisements.</a:t>
            </a:r>
          </a:p>
          <a:p>
            <a:endParaRPr dirty="0"/>
          </a:p>
          <a:p>
            <a:r>
              <a:rPr dirty="0"/>
              <a:t>Rootkit – Hides malicious activity.</a:t>
            </a:r>
          </a:p>
          <a:p>
            <a:endParaRPr dirty="0"/>
          </a:p>
          <a:p>
            <a:r>
              <a:rPr dirty="0"/>
              <a:t>Keylogger – Records keystrokes.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62947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WannaCry – Ransomware exploiting SMB vulnerability.</a:t>
            </a:r>
          </a:p>
          <a:p>
            <a:endParaRPr dirty="0"/>
          </a:p>
          <a:p>
            <a:r>
              <a:rPr dirty="0"/>
              <a:t>ILOVEYOU – Email-based virus.</a:t>
            </a:r>
          </a:p>
          <a:p>
            <a:endParaRPr dirty="0"/>
          </a:p>
          <a:p>
            <a:r>
              <a:rPr dirty="0"/>
              <a:t>Zeus – Banking Trojan.</a:t>
            </a:r>
          </a:p>
          <a:p>
            <a:endParaRPr dirty="0"/>
          </a:p>
          <a:p>
            <a:r>
              <a:rPr dirty="0"/>
              <a:t>Stuxnet – Industrial control system malware.</a:t>
            </a:r>
          </a:p>
          <a:p>
            <a:endParaRPr dirty="0"/>
          </a:p>
          <a:p>
            <a:r>
              <a:rPr dirty="0"/>
              <a:t>Pegasus – Mobile spyware.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Malicious Actions of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91832" cy="4790768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Stealing sensitive information.</a:t>
            </a:r>
          </a:p>
          <a:p>
            <a:endParaRPr dirty="0"/>
          </a:p>
          <a:p>
            <a:r>
              <a:rPr dirty="0"/>
              <a:t>Encrypting files for ransom.</a:t>
            </a:r>
          </a:p>
          <a:p>
            <a:endParaRPr dirty="0"/>
          </a:p>
          <a:p>
            <a:r>
              <a:rPr dirty="0"/>
              <a:t>Unauthorized access to systems.</a:t>
            </a:r>
          </a:p>
          <a:p>
            <a:endParaRPr dirty="0"/>
          </a:p>
          <a:p>
            <a:r>
              <a:rPr dirty="0"/>
              <a:t>Spying on users.</a:t>
            </a:r>
          </a:p>
          <a:p>
            <a:endParaRPr dirty="0"/>
          </a:p>
          <a:p>
            <a:r>
              <a:rPr dirty="0"/>
              <a:t>Disrupting system operations.</a:t>
            </a:r>
          </a:p>
          <a:p>
            <a:endParaRPr dirty="0"/>
          </a:p>
          <a:p>
            <a:r>
              <a:rPr dirty="0"/>
              <a:t>Creating botnets for DDoS attacks.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Malware Based on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Malware is often designed specifically for an OS due to architecture differences.</a:t>
            </a:r>
          </a:p>
          <a:p>
            <a:endParaRPr dirty="0"/>
          </a:p>
          <a:p>
            <a:r>
              <a:rPr dirty="0"/>
              <a:t>Major categories include Windows, Linux, MacOS, and Android malware.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Windows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Most targeted OS due to popularity.</a:t>
            </a:r>
          </a:p>
          <a:p>
            <a:endParaRPr dirty="0"/>
          </a:p>
          <a:p>
            <a:r>
              <a:rPr dirty="0"/>
              <a:t>Examples: WannaCry, Zeus, </a:t>
            </a:r>
            <a:r>
              <a:rPr dirty="0" err="1"/>
              <a:t>Conficker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Techniques: Registry modification, DLL injection, PowerShell abuse.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Linux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Targets servers and cloud environments.</a:t>
            </a:r>
          </a:p>
          <a:p>
            <a:endParaRPr/>
          </a:p>
          <a:p>
            <a:r>
              <a:t>Examples: Mirai, XorDDoS.</a:t>
            </a:r>
          </a:p>
          <a:p>
            <a:endParaRPr/>
          </a:p>
          <a:p>
            <a:r>
              <a:t>Often uses SSH brute force and cron jobs.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Increasing due to growing user base.</a:t>
            </a:r>
          </a:p>
          <a:p>
            <a:endParaRPr/>
          </a:p>
          <a:p>
            <a:r>
              <a:t>Examples: XLoader, Silver Sparrow.</a:t>
            </a:r>
          </a:p>
          <a:p>
            <a:endParaRPr/>
          </a:p>
          <a:p>
            <a:r>
              <a:t>Often delivered via fake updates.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Android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Targets mobile devices.</a:t>
            </a:r>
          </a:p>
          <a:p>
            <a:endParaRPr/>
          </a:p>
          <a:p>
            <a:r>
              <a:t>Examples: Joker, Anubis, Pegasus.</a:t>
            </a:r>
          </a:p>
          <a:p>
            <a:endParaRPr/>
          </a:p>
          <a:p>
            <a:r>
              <a:t>Spreads through malicious apps and phishing.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Malware Analysis –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Malware Analysis is the process of studying malware to understand its behavior, purpose, and impact.</a:t>
            </a:r>
          </a:p>
          <a:p>
            <a:endParaRPr/>
          </a:p>
          <a:p>
            <a:r>
              <a:t>Helps identify indicators of compromise and develop defenses.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Malware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Incident response and threat containment.</a:t>
            </a:r>
          </a:p>
          <a:p>
            <a:endParaRPr/>
          </a:p>
          <a:p>
            <a:r>
              <a:t>Understanding attacker techniques.</a:t>
            </a:r>
          </a:p>
          <a:p>
            <a:endParaRPr/>
          </a:p>
          <a:p>
            <a:r>
              <a:t>Developing detection signatures.</a:t>
            </a:r>
          </a:p>
          <a:p>
            <a:endParaRPr/>
          </a:p>
          <a:p>
            <a:r>
              <a:t>Preventing future attacks.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Malware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Analysis – Examining malware without execution.</a:t>
            </a:r>
          </a:p>
          <a:p>
            <a:endParaRPr/>
          </a:p>
          <a:p>
            <a:r>
              <a:t>Dynamic Analysis – Executing malware in a controlled environment.</a:t>
            </a:r>
          </a:p>
          <a:p>
            <a:endParaRPr/>
          </a:p>
          <a:p>
            <a:r>
              <a:t>Hybrid Analysis – Combination of both.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Analysis –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Analysis involves analyzing malware without running it.</a:t>
            </a:r>
          </a:p>
          <a:p>
            <a:endParaRPr/>
          </a:p>
          <a:p>
            <a:r>
              <a:t>Focuses on file structure, code, and metadata.</a:t>
            </a:r>
          </a:p>
          <a:p>
            <a:endParaRPr/>
          </a:p>
          <a:p>
            <a:r>
              <a:t>Safer than dynamic analysis.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Techniques of Static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Determining file type.</a:t>
            </a:r>
          </a:p>
          <a:p>
            <a:endParaRPr/>
          </a:p>
          <a:p>
            <a:r>
              <a:t>Fingerprinting malware.</a:t>
            </a:r>
          </a:p>
          <a:p>
            <a:endParaRPr/>
          </a:p>
          <a:p>
            <a:r>
              <a:t>Multiple antivirus scanning.</a:t>
            </a:r>
          </a:p>
          <a:p>
            <a:endParaRPr/>
          </a:p>
          <a:p>
            <a:r>
              <a:t>Extracting strings.</a:t>
            </a:r>
          </a:p>
          <a:p>
            <a:endParaRPr/>
          </a:p>
          <a:p>
            <a:r>
              <a:t>Detecting obfuscation.</a:t>
            </a:r>
          </a:p>
          <a:p>
            <a:endParaRPr/>
          </a:p>
          <a:p>
            <a:r>
              <a:t>Analyzing PE headers.</a:t>
            </a:r>
          </a:p>
          <a:p>
            <a:endParaRPr/>
          </a:p>
          <a:p>
            <a:r>
              <a:t>Classifying malware.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Determining File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Identifies whether the file is EXE, DLL, PDF, ELF, APK.</a:t>
            </a:r>
          </a:p>
          <a:p>
            <a:endParaRPr/>
          </a:p>
          <a:p>
            <a:r>
              <a:t>Helps choose appropriate analysis tools.</a:t>
            </a:r>
          </a:p>
          <a:p>
            <a:endParaRPr/>
          </a:p>
          <a:p>
            <a:r>
              <a:t>Tools: file, PEiD.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Fingerprinting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Creates unique identifiers using hashes (MD5, SHA-256).</a:t>
            </a:r>
          </a:p>
          <a:p>
            <a:endParaRPr/>
          </a:p>
          <a:p>
            <a:r>
              <a:t>Used to track known malware.</a:t>
            </a:r>
          </a:p>
          <a:p>
            <a:endParaRPr/>
          </a:p>
          <a:p>
            <a:r>
              <a:t>Tools: HashCalc, VirusTotal.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Antivirus Scanning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multiple AV engines to detect malware.</a:t>
            </a:r>
          </a:p>
          <a:p>
            <a:endParaRPr/>
          </a:p>
          <a:p>
            <a:r>
              <a:t>Helps identify known threats.</a:t>
            </a:r>
          </a:p>
          <a:p>
            <a:endParaRPr/>
          </a:p>
          <a:p>
            <a:r>
              <a:t>Tool: VirusTotal.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Extracting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Extracts readable text from binaries.</a:t>
            </a:r>
          </a:p>
          <a:p>
            <a:endParaRPr/>
          </a:p>
          <a:p>
            <a:r>
              <a:t>Reveals URLs, IPs, commands.</a:t>
            </a:r>
          </a:p>
          <a:p>
            <a:endParaRPr/>
          </a:p>
          <a:p>
            <a:r>
              <a:t>Tool: strings command.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Obfuscation, Packers &amp; Cryptors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Obfuscation hides malware code.</a:t>
            </a:r>
          </a:p>
          <a:p>
            <a:endParaRPr/>
          </a:p>
          <a:p>
            <a:r>
              <a:t>Packers compress/encrypt executables.</a:t>
            </a:r>
          </a:p>
          <a:p>
            <a:endParaRPr/>
          </a:p>
          <a:p>
            <a:r>
              <a:t>Cryptors encrypt malware payloads.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Inspecting PE Header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Analyzes Windows Portable Executable headers.</a:t>
            </a:r>
          </a:p>
          <a:p>
            <a:endParaRPr/>
          </a:p>
          <a:p>
            <a:r>
              <a:t>Reveals imports, sections, timestamps.</a:t>
            </a:r>
          </a:p>
          <a:p>
            <a:endParaRPr/>
          </a:p>
          <a:p>
            <a:r>
              <a:t>Tools: PE Explorer, CFF Explorer.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&amp; Classifying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Comparing with known samples.</a:t>
            </a:r>
          </a:p>
          <a:p>
            <a:endParaRPr/>
          </a:p>
          <a:p>
            <a:r>
              <a:t>Identifying malware families.</a:t>
            </a:r>
          </a:p>
          <a:p>
            <a:endParaRPr/>
          </a:p>
          <a:p>
            <a:r>
              <a:t>Helps in threat intelligence and defense.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616</Words>
  <Application>Microsoft Office PowerPoint</Application>
  <PresentationFormat>On-screen Show (4:3)</PresentationFormat>
  <Paragraphs>154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Malware – Introduction</vt:lpstr>
      <vt:lpstr>Types of Malware</vt:lpstr>
      <vt:lpstr>Examples of Malware</vt:lpstr>
      <vt:lpstr>Malicious Actions of Malware</vt:lpstr>
      <vt:lpstr>Malware Based on Operating System</vt:lpstr>
      <vt:lpstr>Windows Malware</vt:lpstr>
      <vt:lpstr>Linux Malware</vt:lpstr>
      <vt:lpstr>Mac Malware</vt:lpstr>
      <vt:lpstr>Android Malware</vt:lpstr>
      <vt:lpstr>Malware Analysis – Definition</vt:lpstr>
      <vt:lpstr>Need for Malware Analysis</vt:lpstr>
      <vt:lpstr>Types of Malware Analysis</vt:lpstr>
      <vt:lpstr>Static Analysis – Definition</vt:lpstr>
      <vt:lpstr>Techniques of Static Analysis</vt:lpstr>
      <vt:lpstr>Determining File Type</vt:lpstr>
      <vt:lpstr>Fingerprinting Malware</vt:lpstr>
      <vt:lpstr>Multiple Antivirus Scanning</vt:lpstr>
      <vt:lpstr>Extracting Strings</vt:lpstr>
      <vt:lpstr>Obfuscation, Packers &amp; Cryptors</vt:lpstr>
      <vt:lpstr>Inspecting PE Header Information</vt:lpstr>
      <vt:lpstr>Comparing &amp; Classifying Malware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 Girawale</cp:lastModifiedBy>
  <cp:revision>2</cp:revision>
  <dcterms:created xsi:type="dcterms:W3CDTF">2013-01-27T09:14:16Z</dcterms:created>
  <dcterms:modified xsi:type="dcterms:W3CDTF">2025-12-27T08:12:12Z</dcterms:modified>
  <cp:category/>
</cp:coreProperties>
</file>